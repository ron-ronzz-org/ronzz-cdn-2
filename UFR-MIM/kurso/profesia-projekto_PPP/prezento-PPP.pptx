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  <p:sldId id="263" r:id="rId9"/>
    <p:sldId id="26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50F28-2BC3-470D-BCA3-097B3DC288BB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8EC184-9E61-416F-9FBF-0A84FE575DD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00236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FC1B0C-9811-3F33-C03D-F8BC7A95C1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030787-170A-8BA8-731D-5ABF89753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B9E3B71-1F32-06A3-F6EB-34AA343B0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C7120-A4D4-4761-A312-B80F4324DC75}" type="datetime1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6167696-16CF-5069-F2E2-5E74BC98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397788-6417-3670-F9FC-025D290D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58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C0A260-A667-F9DB-6ACF-AE39FF6F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9436EE-9F73-D6E9-3550-C39B5854D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9DB2C0-6E8A-FA3B-4E32-196D855F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003885-8643-4C01-92DB-7DF1F7F8D086}" type="datetime1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81A8EE-5330-0A11-0DEB-B83BAE58E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30F586-6968-B1CC-DE13-00A3FF29E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8164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5365FE-435B-EABF-E55C-218652C59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20810E4-89DE-8767-FBEB-B29DD624D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FD38697-898F-2BCC-7AC1-0657EA7E7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0E3C64-3F70-41DB-8A88-BFD74C808646}" type="datetime1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86CA48B-E0C5-1C14-9821-395446B61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CF73C6A-DE2A-A89E-5A43-28295C7AE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9199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400CCC-00FD-7F83-4D49-E467867BA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1BCD89D-0D5B-A70D-F3B6-DC451E6483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8C08804-FE8F-D1B0-A46D-A025B6FAB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5D44C3-CAF3-A360-1E6E-D9B5D162C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72A60-5748-49C3-9B5D-FBEF6DF8FAAC}" type="datetime1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358DCC-411C-BE95-DBB2-5E3E9C169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F67E1F-464B-C7DE-66E6-17586067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147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B47E5BA-6E5F-1AF6-FB1F-7D40071A1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9B005E9-DA27-B93D-1D05-018E11D90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CF2F8CB-22A5-9F71-3DC5-A7E9C28484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581739C-EEAA-7B66-3725-534F22B03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21C5901C-0B76-559E-47C9-C73E99BD36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2F0DD94-53DD-AB44-F8BC-6770AE169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1154B-B458-41A0-A67C-0E5A0C9CFABB}" type="datetime1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DEBCBEE-B285-F2C6-F310-356E1F59B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61E20D2-F940-D7EB-1FA2-EA88CCA44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918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2D6E95-0A1C-C59B-2630-BF47C6C8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E1D4533-9F73-0E30-A5BA-F0553FC8F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4F6D2-322F-40DF-9192-99B34429FDD7}" type="datetime1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0CED495-A397-6A8C-F209-B8BEB5B78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C5EDACF-038E-3BA8-3416-8B70B1266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556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BD81710-B550-9F33-C9CA-AFFE83CF7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42243-998F-4C1E-A242-0BB804AF591E}" type="datetime1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5F3520A-1F48-718C-9551-18380937B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060E5A-1A46-6B35-6F75-A48E2D82B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291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A22009-49C5-C00C-0F87-B5F276680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F9816A-0080-7CC1-A57A-28FDF4573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48CE39E-8893-D3D5-F20C-99647F90F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9F4C817-EF53-EAEB-6E41-45A26C34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AE4269-EB52-4AC7-A81D-353899DEB63D}" type="datetime1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07D1D2C-97FC-4CB7-3778-990C6E4D9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DC95C41-FE8E-402E-0376-2D969C352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59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E7CA9A-AF92-C964-ACDF-AA5C31002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49AD83D-820E-756D-6C2A-FFC0644FC9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7CC6B4D-232E-50E9-E207-DAB057F09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FCDA343-2718-7AF5-8164-4576042E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72D5CD-5DBA-48DD-8BCB-58D1FFE1B6B9}" type="datetime1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FDCA89C-1310-CE7C-CCA3-BDA8EB9ED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00CCD7-50A3-8F34-A407-DB66958B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9795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ED877A5-865B-104C-DE6B-CA1DEC33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4FE74E4-6820-1142-DD2B-44BF5134C5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5984B5C-6304-1B2D-FB73-27F160937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F5C1A-075C-4BF5-8D68-0AF33A2CB470}" type="datetime1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B5FD6F5-66F6-86F6-5F43-AB42955C1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99F4A9-D0C8-E866-5268-D7891039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5434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E7F0E3F-24F1-B71E-D406-A78BDA5430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400EF1-595E-2C5C-8B5F-21F888024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7511EA-B2B1-0DFA-ED0D-A0D869CDD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80D4-BCBF-409A-AC20-931F469EB0B5}" type="datetime1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8D0014-649C-CF61-D960-F56B2D8BC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C5EDF9D-79C6-658C-BB88-A42CEF937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370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1D4FC525-B8B4-4933-5300-7064A3F05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1B5FB0A-C645-4F91-9D48-82C26D120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1387E1-01A4-955C-F712-F9B1CBD897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17BBF-D76A-40CD-88FA-C8673118360C}" type="datetime1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26CEBF8-6EB5-4190-985D-D2C02E7B9B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3295CDF-77DE-676A-0DED-16747DCD5D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AE15A2-F960-4327-95EE-0172F59F265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347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nisep.fr/Decouvrir-les-metiers" TargetMode="External"/><Relationship Id="rId3" Type="http://schemas.openxmlformats.org/officeDocument/2006/relationships/hyperlink" Target="http://www.insertion.univ-lorraine.fr/" TargetMode="External"/><Relationship Id="rId7" Type="http://schemas.openxmlformats.org/officeDocument/2006/relationships/hyperlink" Target="https://choisirleservicepublic.gouv.fr/" TargetMode="External"/><Relationship Id="rId2" Type="http://schemas.openxmlformats.org/officeDocument/2006/relationships/hyperlink" Target="https://formations.univ-lorraine.fr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rrieres.cnrs.fr/" TargetMode="External"/><Relationship Id="rId5" Type="http://schemas.openxmlformats.org/officeDocument/2006/relationships/hyperlink" Target="https://www.pole-emploi.fr/candidat/les-fiches-metiers-@/index.jspz?id=681" TargetMode="External"/><Relationship Id="rId10" Type="http://schemas.openxmlformats.org/officeDocument/2006/relationships/hyperlink" Target="https://www.cidj.com/metiers/metiers-par-secteur" TargetMode="External"/><Relationship Id="rId4" Type="http://schemas.openxmlformats.org/officeDocument/2006/relationships/hyperlink" Target="https://pilotage-dapeq.univ-lorraine.fr/dataviv-runtime/r/enquetes-oad/PlateformeIP/1bcfef3e-d43b-422c-bf4b-c2f84acfc5b0?c=!CfDJ8L_gA-hCk45DhtXmm_-Uhk31BbvSjp9fphGVj9nM7R6KXKeZzLnkcKZ3prmVHXiq5S0l1DXhgkkFPjOIjHtefN7V433pGWpl2SP6mFkNzRdnfnFqu11M8OrwP2SLFfGk9PO3TgBilQIMAh1PDxFnxmhanmZocOEGUNikEnefmI2c&amp;pageId=" TargetMode="External"/><Relationship Id="rId9" Type="http://schemas.openxmlformats.org/officeDocument/2006/relationships/hyperlink" Target="https://oniseptv.onisep.fr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bu.univ-lorraine.fr/sites/default/files/users/user779/Guide%20biblio%20APA%202022-2023.pdf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902B65-6AAE-C87E-59AB-B3D19A9402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rgbClr val="7030A0"/>
                </a:solidFill>
              </a:rPr>
              <a:t>Projet Professionnel Personnel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F4AF3D2-39E4-279B-B7B0-6CF8708EFE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r>
              <a:rPr lang="fr-FR" b="1" dirty="0"/>
              <a:t>2025-2026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8AB29F6-6039-FF26-625A-86A58C590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1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4224A45-B574-6F1A-F058-5BC0857D0AFC}"/>
              </a:ext>
            </a:extLst>
          </p:cNvPr>
          <p:cNvSpPr txBox="1"/>
          <p:nvPr/>
        </p:nvSpPr>
        <p:spPr>
          <a:xfrm>
            <a:off x="1435509" y="5508373"/>
            <a:ext cx="94979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rgbClr val="002060"/>
                </a:solidFill>
              </a:rPr>
              <a:t>Christophe SCHUMAN </a:t>
            </a:r>
          </a:p>
          <a:p>
            <a:r>
              <a:rPr lang="fr-FR" sz="2000" b="1" dirty="0">
                <a:solidFill>
                  <a:srgbClr val="00B0F0"/>
                </a:solidFill>
              </a:rPr>
              <a:t>Christophe.schuman@univ-lorraine.fr</a:t>
            </a:r>
          </a:p>
        </p:txBody>
      </p:sp>
    </p:spTree>
    <p:extLst>
      <p:ext uri="{BB962C8B-B14F-4D97-AF65-F5344CB8AC3E}">
        <p14:creationId xmlns:p14="http://schemas.microsoft.com/office/powerpoint/2010/main" val="2310289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8AA3D3B-3AAD-32AD-F6CA-E81BB42AE9D3}"/>
              </a:ext>
            </a:extLst>
          </p:cNvPr>
          <p:cNvSpPr txBox="1"/>
          <p:nvPr/>
        </p:nvSpPr>
        <p:spPr>
          <a:xfrm>
            <a:off x="667512" y="2086928"/>
            <a:ext cx="113464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Compétence visée :  </a:t>
            </a:r>
          </a:p>
          <a:p>
            <a:r>
              <a:rPr lang="fr-FR" sz="2400" b="1" dirty="0">
                <a:solidFill>
                  <a:srgbClr val="FF0000"/>
                </a:solidFill>
              </a:rPr>
              <a:t>	</a:t>
            </a:r>
            <a:r>
              <a:rPr lang="fr-FR" sz="2400" b="1" dirty="0"/>
              <a:t>Rechercher des informations fiables et actualisées sur un secteur 	d’activité et/ou un métier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95FD2A3-8A1B-84F6-DAB2-E86D74846BC8}"/>
              </a:ext>
            </a:extLst>
          </p:cNvPr>
          <p:cNvSpPr txBox="1"/>
          <p:nvPr/>
        </p:nvSpPr>
        <p:spPr>
          <a:xfrm>
            <a:off x="667512" y="3730229"/>
            <a:ext cx="110121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Exercices individuels / groupes 2:</a:t>
            </a:r>
            <a:r>
              <a:rPr lang="fr-FR" sz="2400" b="1" dirty="0"/>
              <a:t> </a:t>
            </a:r>
          </a:p>
          <a:p>
            <a:r>
              <a:rPr lang="fr-FR" sz="2400" b="1" dirty="0"/>
              <a:t>	Trouver 3 métiers sur lesquels vous aimeriez travailler (avec ordre de 	priorité)</a:t>
            </a:r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B7BDBF-E22E-3CDA-72B7-08ED0BC44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2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C4B1A86-B383-F399-439E-428941077132}"/>
              </a:ext>
            </a:extLst>
          </p:cNvPr>
          <p:cNvSpPr txBox="1"/>
          <p:nvPr/>
        </p:nvSpPr>
        <p:spPr>
          <a:xfrm>
            <a:off x="667512" y="609600"/>
            <a:ext cx="111508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Objectifs :  </a:t>
            </a:r>
          </a:p>
          <a:p>
            <a:pPr lvl="0"/>
            <a:r>
              <a:rPr lang="fr-FR" sz="2400" b="1" dirty="0"/>
              <a:t>	Découvrir des métiers et des secteurs professionnels </a:t>
            </a:r>
          </a:p>
          <a:p>
            <a:pPr lvl="0"/>
            <a:r>
              <a:rPr lang="fr-FR" sz="2400" b="1" dirty="0"/>
              <a:t>	Savoir rechercher de l’information sur les métiers</a:t>
            </a:r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34D38B3-46AF-6E7F-70AC-401F6FAFA356}"/>
              </a:ext>
            </a:extLst>
          </p:cNvPr>
          <p:cNvSpPr txBox="1"/>
          <p:nvPr/>
        </p:nvSpPr>
        <p:spPr>
          <a:xfrm>
            <a:off x="3263818" y="4761281"/>
            <a:ext cx="64106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dirty="0">
                <a:solidFill>
                  <a:srgbClr val="0070C0"/>
                </a:solidFill>
              </a:rPr>
              <a:t>=&gt; Projet Professionnel</a:t>
            </a:r>
          </a:p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975851" y="5392223"/>
            <a:ext cx="103954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b="1" dirty="0"/>
              <a:t>	</a:t>
            </a:r>
            <a:r>
              <a:rPr lang="fr-FR" b="1" dirty="0">
                <a:solidFill>
                  <a:srgbClr val="0070C0"/>
                </a:solidFill>
              </a:rPr>
              <a:t>=&gt; Mettre en adéquation ses souhaits professionnels, ses aspirations personnelles, ses 	capacités et ses axes de progrès, afin de concevoir un parcours de formation cohérent 	avec le ou les métiers choisis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734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5D54D7E-D960-CADD-C2A8-10085000A08F}"/>
              </a:ext>
            </a:extLst>
          </p:cNvPr>
          <p:cNvSpPr txBox="1"/>
          <p:nvPr/>
        </p:nvSpPr>
        <p:spPr>
          <a:xfrm>
            <a:off x="576072" y="298799"/>
            <a:ext cx="1063270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Activités:</a:t>
            </a:r>
            <a:r>
              <a:rPr lang="fr-FR" sz="2400" b="1" dirty="0"/>
              <a:t> </a:t>
            </a:r>
          </a:p>
          <a:p>
            <a:r>
              <a:rPr lang="fr-FR" sz="2400" b="1" dirty="0"/>
              <a:t>	- Effectuer des recherches documentaires sur 	différents sites 	internet de référence en orientation et insertion professionnelle</a:t>
            </a:r>
          </a:p>
          <a:p>
            <a:r>
              <a:rPr lang="fr-FR" sz="2400" b="1" dirty="0"/>
              <a:t>	- Repérer des fiches Métiers</a:t>
            </a:r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911DD51-AAA9-3665-473A-8D78724F67F4}"/>
              </a:ext>
            </a:extLst>
          </p:cNvPr>
          <p:cNvSpPr txBox="1"/>
          <p:nvPr/>
        </p:nvSpPr>
        <p:spPr>
          <a:xfrm>
            <a:off x="493777" y="2310580"/>
            <a:ext cx="1161956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Support / Ressources:</a:t>
            </a:r>
          </a:p>
          <a:p>
            <a:pPr lvl="0"/>
            <a:r>
              <a:rPr lang="fr-FR" sz="2400" b="1" i="1" dirty="0"/>
              <a:t>	- Documentation papier ou Internet sur les diplômes 	préparés (fiches 	licence / </a:t>
            </a:r>
            <a:r>
              <a:rPr lang="fr-FR" sz="2400" b="1" i="1" dirty="0" err="1">
                <a:hlinkClick r:id="rId2"/>
              </a:rPr>
              <a:t>Form’UL</a:t>
            </a:r>
            <a:r>
              <a:rPr lang="fr-FR" sz="2400" b="1" i="1" dirty="0"/>
              <a:t> pour les Masters)</a:t>
            </a:r>
            <a:endParaRPr lang="fr-FR" sz="2400" b="1" dirty="0"/>
          </a:p>
          <a:p>
            <a:pPr lvl="0"/>
            <a:r>
              <a:rPr lang="fr-FR" sz="2400" b="1" i="1" dirty="0">
                <a:hlinkClick r:id="rId3"/>
              </a:rPr>
              <a:t>	</a:t>
            </a:r>
            <a:r>
              <a:rPr lang="fr-FR" sz="2400" b="1" i="1" dirty="0">
                <a:hlinkClick r:id="rId4"/>
              </a:rPr>
              <a:t>Enquêtes d’insertion des diplômés </a:t>
            </a:r>
            <a:r>
              <a:rPr lang="fr-FR" sz="2400" b="1" i="1" dirty="0"/>
              <a:t>(OVU)</a:t>
            </a:r>
            <a:endParaRPr lang="fr-FR" sz="2400" b="1" dirty="0"/>
          </a:p>
          <a:p>
            <a:pPr lvl="0"/>
            <a:r>
              <a:rPr lang="fr-FR" sz="2400" b="1" i="1" dirty="0">
                <a:hlinkClick r:id="rId5"/>
              </a:rPr>
              <a:t>	Fiches ROME de Pôle Emploi</a:t>
            </a:r>
            <a:endParaRPr lang="fr-FR" sz="2400" b="1" dirty="0"/>
          </a:p>
          <a:p>
            <a:pPr lvl="0"/>
            <a:r>
              <a:rPr lang="fr-FR" sz="2400" b="1" i="1" dirty="0"/>
              <a:t>	-Les métiers de la Fonction Publique : 	</a:t>
            </a:r>
          </a:p>
          <a:p>
            <a:pPr lvl="0"/>
            <a:r>
              <a:rPr lang="fr-FR" sz="2400" b="1" i="1" dirty="0">
                <a:hlinkClick r:id="rId6"/>
              </a:rPr>
              <a:t>	carrieres.cnrs.fr (Travailler au CNRS)</a:t>
            </a:r>
            <a:endParaRPr lang="fr-FR" sz="2400" b="1" i="1" dirty="0"/>
          </a:p>
          <a:p>
            <a:pPr lvl="0"/>
            <a:r>
              <a:rPr lang="fr-FR" sz="2400" b="1" dirty="0">
                <a:hlinkClick r:id="rId7"/>
              </a:rPr>
              <a:t>	</a:t>
            </a:r>
            <a:r>
              <a:rPr lang="fr-FR" sz="2400" b="1" i="1" dirty="0">
                <a:hlinkClick r:id="rId7"/>
              </a:rPr>
              <a:t>Le service public : plus de 1000 métiers à découvrir </a:t>
            </a:r>
            <a:endParaRPr lang="fr-FR" sz="2400" b="1" i="1" dirty="0"/>
          </a:p>
          <a:p>
            <a:pPr lvl="0"/>
            <a:r>
              <a:rPr lang="fr-FR" sz="2400" b="1" i="1" dirty="0"/>
              <a:t>	- ONISEP : </a:t>
            </a:r>
            <a:r>
              <a:rPr lang="fr-FR" sz="2400" b="1" i="1" dirty="0">
                <a:hlinkClick r:id="rId8"/>
              </a:rPr>
              <a:t>Découverte de métiers</a:t>
            </a:r>
            <a:r>
              <a:rPr lang="fr-FR" sz="2400" b="1" i="1" dirty="0"/>
              <a:t> (vidéos : 	</a:t>
            </a:r>
            <a:r>
              <a:rPr lang="fr-FR" sz="2400" b="1" i="1" dirty="0">
                <a:hlinkClick r:id="rId9"/>
              </a:rPr>
              <a:t>https://oniseptv.onisep.fr/</a:t>
            </a:r>
            <a:r>
              <a:rPr lang="fr-FR" sz="2400" b="1" i="1" dirty="0"/>
              <a:t>)</a:t>
            </a:r>
            <a:endParaRPr lang="fr-FR" sz="2400" b="1" dirty="0"/>
          </a:p>
          <a:p>
            <a:r>
              <a:rPr lang="fr-FR" sz="2400" b="1" i="1" dirty="0">
                <a:hlinkClick r:id="rId10"/>
              </a:rPr>
              <a:t>	Fiches Métiers CDIJ</a:t>
            </a:r>
            <a:endParaRPr lang="fr-FR" sz="2400" b="1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1580C0B-A283-943E-5BEE-98315212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887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E95663BA-BB8E-0550-6EE7-82FD134C9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4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57A9391-4067-5DAC-8DF9-7CDCAC936762}"/>
              </a:ext>
            </a:extLst>
          </p:cNvPr>
          <p:cNvSpPr txBox="1"/>
          <p:nvPr/>
        </p:nvSpPr>
        <p:spPr>
          <a:xfrm>
            <a:off x="629266" y="698090"/>
            <a:ext cx="985192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Synthèse :</a:t>
            </a:r>
          </a:p>
          <a:p>
            <a:r>
              <a:rPr lang="fr-FR" sz="2400" b="1" dirty="0"/>
              <a:t>	- Présentation orale 5-10 mn</a:t>
            </a:r>
          </a:p>
          <a:p>
            <a:r>
              <a:rPr lang="fr-FR" sz="2400" b="1" dirty="0"/>
              <a:t>	- Rendre un fichier </a:t>
            </a:r>
            <a:r>
              <a:rPr lang="fr-FR" sz="2400" b="1" dirty="0" err="1"/>
              <a:t>powerpoint</a:t>
            </a:r>
            <a:endParaRPr lang="fr-FR" sz="2400" b="1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70D7AA7-B3BD-6682-C976-FAE06997A557}"/>
              </a:ext>
            </a:extLst>
          </p:cNvPr>
          <p:cNvSpPr txBox="1"/>
          <p:nvPr/>
        </p:nvSpPr>
        <p:spPr>
          <a:xfrm>
            <a:off x="629265" y="2133600"/>
            <a:ext cx="113464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70C0"/>
                </a:solidFill>
              </a:rPr>
              <a:t>la page de garde doit comprendre :</a:t>
            </a:r>
          </a:p>
          <a:p>
            <a:r>
              <a:rPr lang="fr-FR" sz="2400" b="1" dirty="0"/>
              <a:t> 	+ le titre de votre ppp</a:t>
            </a:r>
          </a:p>
          <a:p>
            <a:r>
              <a:rPr lang="fr-FR" sz="2400" b="1" dirty="0"/>
              <a:t>	+ vos noms et prénoms pour un groupe (votre nom et prénom si réalisé 	seul)</a:t>
            </a:r>
          </a:p>
          <a:p>
            <a:r>
              <a:rPr lang="fr-FR" sz="2400" b="1" dirty="0"/>
              <a:t>	+ votre nom de licence et option</a:t>
            </a:r>
          </a:p>
          <a:p>
            <a:r>
              <a:rPr lang="fr-FR" sz="2400" b="1" dirty="0"/>
              <a:t>	+ l’année de réalisation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248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156D4-56AD-0BD1-5214-DC8B042F6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5235B50-E24A-0F9F-9A19-ADF05E525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5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6A8376E-7AE5-1AE7-8155-C19DF5EFE514}"/>
              </a:ext>
            </a:extLst>
          </p:cNvPr>
          <p:cNvSpPr txBox="1"/>
          <p:nvPr/>
        </p:nvSpPr>
        <p:spPr>
          <a:xfrm>
            <a:off x="599768" y="639097"/>
            <a:ext cx="102255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70C0"/>
                </a:solidFill>
              </a:rPr>
              <a:t>Consignes pour le contenu :</a:t>
            </a:r>
          </a:p>
          <a:p>
            <a:endParaRPr lang="fr-FR" sz="2400" b="1" dirty="0">
              <a:solidFill>
                <a:srgbClr val="0070C0"/>
              </a:solidFill>
            </a:endParaRPr>
          </a:p>
          <a:p>
            <a:r>
              <a:rPr lang="fr-FR" sz="2400" b="1" dirty="0"/>
              <a:t>	un sommaire</a:t>
            </a:r>
          </a:p>
          <a:p>
            <a:r>
              <a:rPr lang="fr-FR" sz="2400" b="1" dirty="0"/>
              <a:t>	l’exposé 5-10 pages pourra être structuré comme suit :</a:t>
            </a:r>
          </a:p>
          <a:p>
            <a:r>
              <a:rPr lang="fr-FR" sz="2400" b="1" dirty="0"/>
              <a:t>	</a:t>
            </a:r>
            <a:r>
              <a:rPr lang="fr-FR" sz="2400" b="1" dirty="0">
                <a:solidFill>
                  <a:srgbClr val="C00000"/>
                </a:solidFill>
              </a:rPr>
              <a:t>Introduction, méthode utilisée, discussion / résultats, conclusion</a:t>
            </a:r>
          </a:p>
        </p:txBody>
      </p:sp>
    </p:spTree>
    <p:extLst>
      <p:ext uri="{BB962C8B-B14F-4D97-AF65-F5344CB8AC3E}">
        <p14:creationId xmlns:p14="http://schemas.microsoft.com/office/powerpoint/2010/main" val="9252496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0834F-49E4-9BB0-9D0E-4F4B40FD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7E99BF3-7873-8E14-DF8D-A2C4C6887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6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5AB664C-CD3D-A793-6E20-825849196A78}"/>
              </a:ext>
            </a:extLst>
          </p:cNvPr>
          <p:cNvSpPr txBox="1"/>
          <p:nvPr/>
        </p:nvSpPr>
        <p:spPr>
          <a:xfrm>
            <a:off x="599768" y="136525"/>
            <a:ext cx="104910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70C0"/>
                </a:solidFill>
              </a:rPr>
              <a:t>Introduction :</a:t>
            </a:r>
          </a:p>
          <a:p>
            <a:endParaRPr lang="fr-FR" sz="2400" b="1" dirty="0"/>
          </a:p>
          <a:p>
            <a:r>
              <a:rPr lang="fr-FR" sz="2400" b="1" dirty="0"/>
              <a:t>	Elle expliquera pourquoi vous avez choisi ce thème de projet</a:t>
            </a:r>
          </a:p>
          <a:p>
            <a:r>
              <a:rPr lang="fr-FR" sz="2400" b="1" dirty="0"/>
              <a:t>	Quelles questions vous avez posé au départ</a:t>
            </a:r>
          </a:p>
          <a:p>
            <a:r>
              <a:rPr lang="fr-FR" sz="2400" b="1" dirty="0"/>
              <a:t>	Vos hypothèses ….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FB36FCA-0474-DD05-F4E1-A54F3DD04A52}"/>
              </a:ext>
            </a:extLst>
          </p:cNvPr>
          <p:cNvSpPr txBox="1"/>
          <p:nvPr/>
        </p:nvSpPr>
        <p:spPr>
          <a:xfrm>
            <a:off x="599768" y="2900516"/>
            <a:ext cx="1119894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70C0"/>
                </a:solidFill>
              </a:rPr>
              <a:t>Méthode :</a:t>
            </a:r>
          </a:p>
          <a:p>
            <a:endParaRPr lang="fr-FR" sz="2400" b="1" dirty="0"/>
          </a:p>
          <a:p>
            <a:r>
              <a:rPr lang="fr-FR" sz="2400" b="1" dirty="0"/>
              <a:t>	Présentation de la démarche (individuelle et d’équipe) pour les 	recherches de documentations </a:t>
            </a:r>
          </a:p>
          <a:p>
            <a:r>
              <a:rPr lang="fr-FR" sz="2400" b="1" dirty="0"/>
              <a:t>	(organisation, concertation, difficultés, solutions,….)</a:t>
            </a:r>
          </a:p>
          <a:p>
            <a:r>
              <a:rPr lang="fr-FR" sz="2400" b="1" dirty="0"/>
              <a:t>	Où on été trouvées les documentations, conférences, interviews 	(comment sont-elles réalisées)</a:t>
            </a:r>
          </a:p>
        </p:txBody>
      </p:sp>
    </p:spTree>
    <p:extLst>
      <p:ext uri="{BB962C8B-B14F-4D97-AF65-F5344CB8AC3E}">
        <p14:creationId xmlns:p14="http://schemas.microsoft.com/office/powerpoint/2010/main" val="2238359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7B68-EC2E-B9B3-E926-0DCE49108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1FCB7E9-DD15-61E7-2EE2-4EC48503F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7</a:t>
            </a:fld>
            <a:endParaRPr lang="fr-FR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542FB1D-D669-B944-B106-81C9F1E93926}"/>
              </a:ext>
            </a:extLst>
          </p:cNvPr>
          <p:cNvSpPr txBox="1"/>
          <p:nvPr/>
        </p:nvSpPr>
        <p:spPr>
          <a:xfrm>
            <a:off x="705464" y="530942"/>
            <a:ext cx="106483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70C0"/>
                </a:solidFill>
              </a:rPr>
              <a:t>Résultat / Discussion / Analyse :</a:t>
            </a:r>
          </a:p>
          <a:p>
            <a:endParaRPr lang="fr-FR" sz="2400" b="1" dirty="0"/>
          </a:p>
          <a:p>
            <a:r>
              <a:rPr lang="fr-FR" sz="2400" b="1" dirty="0"/>
              <a:t>	- Reprise de parties significatives de la documentation et des 	interviews (si faites)</a:t>
            </a:r>
          </a:p>
          <a:p>
            <a:r>
              <a:rPr lang="fr-FR" sz="2400" b="1" dirty="0"/>
              <a:t>	- Commentaires sur les infos reçues (/ à l’idée de départ)</a:t>
            </a:r>
          </a:p>
          <a:p>
            <a:r>
              <a:rPr lang="fr-FR" sz="2400" b="1" dirty="0"/>
              <a:t>	- Informations importantes sur le métier choisi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A77D64D-E031-50EB-8EF0-315A97CF9ECE}"/>
              </a:ext>
            </a:extLst>
          </p:cNvPr>
          <p:cNvSpPr txBox="1"/>
          <p:nvPr/>
        </p:nvSpPr>
        <p:spPr>
          <a:xfrm>
            <a:off x="2674374" y="3323303"/>
            <a:ext cx="8937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Évolution du projet personnel ?</a:t>
            </a:r>
          </a:p>
        </p:txBody>
      </p:sp>
    </p:spTree>
    <p:extLst>
      <p:ext uri="{BB962C8B-B14F-4D97-AF65-F5344CB8AC3E}">
        <p14:creationId xmlns:p14="http://schemas.microsoft.com/office/powerpoint/2010/main" val="1658554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9C56A252-38F7-B961-4A99-925732EE46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8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B6E457E-F5F2-3983-132C-099D60FAC512}"/>
              </a:ext>
            </a:extLst>
          </p:cNvPr>
          <p:cNvSpPr txBox="1"/>
          <p:nvPr/>
        </p:nvSpPr>
        <p:spPr>
          <a:xfrm>
            <a:off x="825909" y="422787"/>
            <a:ext cx="1039269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70C0"/>
                </a:solidFill>
              </a:rPr>
              <a:t>Conclusion :</a:t>
            </a:r>
          </a:p>
          <a:p>
            <a:endParaRPr lang="fr-FR" sz="2400" b="1" dirty="0"/>
          </a:p>
          <a:p>
            <a:r>
              <a:rPr lang="fr-FR" sz="2400" b="1" dirty="0"/>
              <a:t>	- Qu’avez-vous appris qui confirme/infirme/renforce ou vous fait 	hésiter sur votre hypothèse première?</a:t>
            </a:r>
          </a:p>
          <a:p>
            <a:r>
              <a:rPr lang="fr-FR" sz="2400" b="1" dirty="0"/>
              <a:t>	- Quelles nouvelles pistes seraient à poursuivre?</a:t>
            </a:r>
          </a:p>
          <a:p>
            <a:r>
              <a:rPr lang="fr-FR" sz="2400" b="1" dirty="0"/>
              <a:t>	- Quelles questions se posent encore?</a:t>
            </a:r>
          </a:p>
          <a:p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D066166-31B6-B843-CA3D-3E97F14C5E4E}"/>
              </a:ext>
            </a:extLst>
          </p:cNvPr>
          <p:cNvSpPr txBox="1"/>
          <p:nvPr/>
        </p:nvSpPr>
        <p:spPr>
          <a:xfrm>
            <a:off x="904568" y="3205316"/>
            <a:ext cx="112874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70C0"/>
                </a:solidFill>
              </a:rPr>
              <a:t>Bibliographie/ webographie : </a:t>
            </a:r>
          </a:p>
          <a:p>
            <a:endParaRPr lang="fr-FR" sz="2400" b="1" dirty="0">
              <a:solidFill>
                <a:srgbClr val="0070C0"/>
              </a:solidFill>
            </a:endParaRPr>
          </a:p>
          <a:p>
            <a:r>
              <a:rPr lang="fr-FR" sz="2400" b="1" dirty="0">
                <a:solidFill>
                  <a:srgbClr val="0070C0"/>
                </a:solidFill>
              </a:rPr>
              <a:t>	</a:t>
            </a:r>
            <a:r>
              <a:rPr lang="fr-FR" sz="2400" b="1" dirty="0"/>
              <a:t>-</a:t>
            </a:r>
            <a:r>
              <a:rPr lang="fr-FR" sz="2400" b="1" dirty="0">
                <a:solidFill>
                  <a:srgbClr val="0070C0"/>
                </a:solidFill>
              </a:rPr>
              <a:t> </a:t>
            </a:r>
            <a:r>
              <a:rPr lang="fr-FR" sz="2400" b="1" dirty="0"/>
              <a:t>Utilisation de la norme APA</a:t>
            </a:r>
          </a:p>
          <a:p>
            <a:r>
              <a:rPr lang="fr-FR" u="sng" dirty="0">
                <a:hlinkClick r:id="rId2"/>
              </a:rPr>
              <a:t>	https://bu.univ-lorraine.fr/sites/default/files/users/user779/Guide%20biblio%20APA%202022-2023.pdf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8561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CE8DA35A-B1E3-3BE8-591E-73F5B39EF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AE15A2-F960-4327-95EE-0172F59F2650}" type="slidenum">
              <a:rPr lang="fr-FR" smtClean="0"/>
              <a:t>9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722B2BB-3424-0B6F-6801-39629657371E}"/>
              </a:ext>
            </a:extLst>
          </p:cNvPr>
          <p:cNvSpPr txBox="1"/>
          <p:nvPr/>
        </p:nvSpPr>
        <p:spPr>
          <a:xfrm>
            <a:off x="2035277" y="2084439"/>
            <a:ext cx="7787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/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363235719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534</Words>
  <Application>Microsoft Office PowerPoint</Application>
  <PresentationFormat>Grand écran</PresentationFormat>
  <Paragraphs>74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Projet Professionnel Personnel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Professionnel Personnel</dc:title>
  <dc:creator>Christophe Schuman</dc:creator>
  <cp:lastModifiedBy>Christophe Schuman</cp:lastModifiedBy>
  <cp:revision>24</cp:revision>
  <dcterms:created xsi:type="dcterms:W3CDTF">2026-02-28T12:53:06Z</dcterms:created>
  <dcterms:modified xsi:type="dcterms:W3CDTF">2026-03-02T14:46:16Z</dcterms:modified>
</cp:coreProperties>
</file>